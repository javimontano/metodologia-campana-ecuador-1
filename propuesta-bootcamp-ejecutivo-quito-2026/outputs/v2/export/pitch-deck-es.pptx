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Bootcamp — Chief Agentic Officer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Quito, Ecuador 2026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0" y="3840480"/>
            <a:ext cx="1828800" cy="36576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28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de su semana es operativo: correos, reportes, seguimiento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071A3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918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IA aisladas: 73% las abandonan en 2-4 semanas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071A3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7548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 con directivos que usan IA se duplica cada trimestre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curso. Es una instalacion.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Pristino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IA personal, Open Source, suyo para siempre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Asistentes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especializados por funcion ejecutiva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01168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2do Cerebro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301752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NotebookLM: organiza y conecta su conocimiento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3h, 13 plazas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de entrada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Bootcamp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$1,490-$1,990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891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20h, 4-10 sem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Solo/Dupla/Terna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Empoderamiento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4672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$1,490/persona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467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semanas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7+ anios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$89,000,000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$14,900,000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$136,049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179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Y1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27-40x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9611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Corp Training: $1.5B → $10.4B (2033). LatAm: 7.7% ($280M)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257800" cy="5486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50%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89320" y="1828800"/>
            <a:ext cx="2103120" cy="548640"/>
          </a:xfrm>
          <a:prstGeom prst="rect">
            <a:avLst/>
          </a:prstGeom>
          <a:solidFill>
            <a:srgbClr val="FFA000"/>
          </a:solidFill>
          <a:ln/>
        </p:spPr>
      </p:sp>
      <p:sp>
        <p:nvSpPr>
          <p:cNvPr id="9" name="Text 7"/>
          <p:cNvSpPr/>
          <p:nvPr/>
        </p:nvSpPr>
        <p:spPr>
          <a:xfrm>
            <a:off x="598932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Franquicia 20%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92440" y="1828800"/>
            <a:ext cx="1051560" cy="548640"/>
          </a:xfrm>
          <a:prstGeom prst="rect">
            <a:avLst/>
          </a:prstGeom>
          <a:solidFill>
            <a:srgbClr val="137DC5"/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182880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10%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0" y="1828800"/>
            <a:ext cx="2103120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20%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26080"/>
          <a:ext cx="10515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B2C (CAO + Empoderamiento + 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$86,849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(Grupos corporativos)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$98,400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B2B2B Cobrand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$96,000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White Label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 Competitivo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Proveedor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Entrega al cierre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 Business School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$5,000-$15,000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Teorico, sin agente funcional al cierre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USFQ Executive Education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$3,000-$8,000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Academico, sin implementacion practica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 4 (PwC, Deloitte, EY, KPMG)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Costoso, generico, sin personalizacion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MetodologIA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$1,490-$1,990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Unico programa que entrega agente funcional + 13 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FINANCIERO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Finanzas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$136,049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Y1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71A3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$434,900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Y2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71A33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$570,949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24mo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71A33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27-40x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9611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Burn: $813/mo | Break-even: Mes 1 (1 cierre CAO)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Traccion y Funnel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522476" y="1645920"/>
            <a:ext cx="9144000" cy="914400"/>
          </a:xfrm>
          <a:prstGeom prst="roundRect">
            <a:avLst>
              <a:gd name="adj" fmla="val 10000"/>
            </a:avLst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1522476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Directivos convocados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08276" y="2834640"/>
            <a:ext cx="7772400" cy="914400"/>
          </a:xfrm>
          <a:prstGeom prst="roundRect">
            <a:avLst>
              <a:gd name="adj" fmla="val 10000"/>
            </a:avLst>
          </a:prstGeom>
          <a:solidFill>
            <a:srgbClr val="071A33"/>
          </a:solidFill>
          <a:ln/>
        </p:spPr>
      </p:sp>
      <p:sp>
        <p:nvSpPr>
          <p:cNvPr id="9" name="Text 7"/>
          <p:cNvSpPr/>
          <p:nvPr/>
        </p:nvSpPr>
        <p:spPr>
          <a:xfrm>
            <a:off x="2208276" y="2834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Edicion Creyentes (early access)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94076" y="40233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071A33"/>
          </a:solidFill>
          <a:ln/>
        </p:spPr>
      </p:sp>
      <p:sp>
        <p:nvSpPr>
          <p:cNvPr id="11" name="Text 9"/>
          <p:cNvSpPr/>
          <p:nvPr/>
        </p:nvSpPr>
        <p:spPr>
          <a:xfrm>
            <a:off x="2894076" y="40233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 Graduados CAO Anio 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79876" y="521208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071A33"/>
          </a:solidFill>
          <a:ln/>
        </p:spPr>
      </p:sp>
      <p:sp>
        <p:nvSpPr>
          <p:cNvPr id="13" name="Text 11"/>
          <p:cNvSpPr/>
          <p:nvPr/>
        </p:nvSpPr>
        <p:spPr>
          <a:xfrm>
            <a:off x="3579876" y="52120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  Embajadores activos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EMBAJADORES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Flywheel de Embajadores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Graduados CAO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01752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certifican como Embajadores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12064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Refieren 2-3 leads cada uno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22376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Nuevos clientes (40% conversion)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32688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graduados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Javier Montano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Cofundador MetodologIA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Creador del metodo. 27 asistentes GPT, 7 Gemini Gems, agente Pristino, 180+ prom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Cristian Jarrin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Cofundador MetodologIA Ecuador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0" y="3657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 territorial. Relaciones empresariales en Quito, logistica, convocatoria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Holding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467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 corporativa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29600" y="3657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IP, marca, ecosistema tecnologico, red de embajadores.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directivos. 1 (R)Evolucion.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Quito 2026.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0" y="3474720"/>
            <a:ext cx="18288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contacto@metodologia.info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es una propuesta de diseno de servicio personalizado. Los precios indicados son indicativos y se confirman antes de la firma del acuerdo de servicios. Este documento no constituye un compromiso de entrega ni un contrato.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CAO Bootcamp - Quito 2026</dc:title>
  <dc:subject>PptxGenJS Presentation</dc:subject>
  <dc:creator>MetodologIA</dc:creator>
  <cp:lastModifiedBy>MetodologIA</cp:lastModifiedBy>
  <cp:revision>1</cp:revision>
  <dcterms:created xsi:type="dcterms:W3CDTF">2026-04-02T01:19:12Z</dcterms:created>
  <dcterms:modified xsi:type="dcterms:W3CDTF">2026-04-02T01:19:12Z</dcterms:modified>
</cp:coreProperties>
</file>