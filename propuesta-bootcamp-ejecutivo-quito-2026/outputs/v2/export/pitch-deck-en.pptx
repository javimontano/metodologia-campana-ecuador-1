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 — Chief Agentic Officer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Quito, Ecuador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84048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your week is operational: emails, reports, follow-ups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AI tools: 73% abandon them in 2-4 weeks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754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with AI-equipped executives doubles every quarter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course. An installation.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Pristino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AI agent, Open Source, yours forever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Assistants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specialized by executive function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Brain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NotebookLM: organizes and connects your knowledge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3h, 13 spots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funnel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$1,490-$1,990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20h, 4-10 wks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Solo/Duo/Trio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$1,490/person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weeks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7+ yrs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$89,000,000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$14,900,000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Y1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Corp Training: $1.5B → $10.4B (2033). LatAm: 7.7% ($280M)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50%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Franquicia 20%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solidFill>
            <a:srgbClr val="137DC5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10%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20%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B2C (CAO + Empoderamiento + 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$86,849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(Grupos corporativos)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B2B2B Cobrand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at close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 Business School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$5,000-$15,000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Theoretical, no functional agent at close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USFQ Executive Education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$3,000-$8,000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Academic, no practical 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4 (PwC, Deloitte, EY, KPMG)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Expensive, generic, no personalization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MetodologIA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$1,490-$1,990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program delivering functional agent + 13 assi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$434,900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$570,949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$813/mo | Break-even: Month 1 (1 CAO close)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Funnel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22476" y="164592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1522476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Executives invited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8276" y="283464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2208276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Believers Edition (early access)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94076" y="40233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2894076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 CAO Graduates Year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9876" y="5212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3579876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 Active Ambassadors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 Flywheel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Graduates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as Ambassadors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2-3 leads each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2376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clients (40% conversion)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2688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graduates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Javier Montano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Co-Founder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creator. 27 GPT assistants, 7 Gemini Gems, Pristino agent, 180+ systemati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Jarrin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Ecuador Co-Founder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Territorial operator. Business relationships in Quito, logistics, outreach.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Holding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entity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brand, tech ecosystem, ambassador network.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executives. 1 (R)Evolution.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 2026.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0" y="347472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contacto@metodologia.info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customized service design proposal. The indicated prices are indicative and are confirmed before signing the service agreement. This document does not constitute a delivery commitment or a contract.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 Bootcamp - Quito 2026</dc:title>
  <dc:subject>PptxGenJS Presentation</dc:subject>
  <dc:creator>MetodologIA</dc:creator>
  <cp:lastModifiedBy>MetodologIA</cp:lastModifiedBy>
  <cp:revision>1</cp:revision>
  <dcterms:created xsi:type="dcterms:W3CDTF">2026-04-02T01:19:12Z</dcterms:created>
  <dcterms:modified xsi:type="dcterms:W3CDTF">2026-04-02T01:19:12Z</dcterms:modified>
</cp:coreProperties>
</file>