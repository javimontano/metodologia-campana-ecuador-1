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Bootcamp — Chief Agentic Officer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Quito, Ecuador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0" y="3840480"/>
            <a:ext cx="1828800" cy="36576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28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of your week is operational: emails, reports, follow-ups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071A3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918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AI tools: 73% abandon them in 2-4 weeks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071A33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754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with AI-equipped executives doubles every quarter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course. An installation.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Pristino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AI agent, Open Source, yours forever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Assistants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specialized by executive function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01168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Brain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301752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NotebookLM: organizes and connects your knowledge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3h, 13 spots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funnel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Bootcamp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$1,490-$1,990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20h, 4-10 wks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Solo/Duo/Trio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$1,490/person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467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weeks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7+ yrs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$89,000,000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$14,900,000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$136,049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Y1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0" y="164592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27-40x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6112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Corp Training: $1.5B → $10.4B (2033). LatAm: 7.7% ($280M)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257800" cy="5486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5257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50%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89320" y="1828800"/>
            <a:ext cx="2103120" cy="548640"/>
          </a:xfrm>
          <a:prstGeom prst="rect">
            <a:avLst/>
          </a:prstGeom>
          <a:solidFill>
            <a:srgbClr val="FFA000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Franquicia 20%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92440" y="1828800"/>
            <a:ext cx="1051560" cy="548640"/>
          </a:xfrm>
          <a:prstGeom prst="rect">
            <a:avLst/>
          </a:prstGeom>
          <a:solidFill>
            <a:srgbClr val="137DC5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182880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10%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0" y="1828800"/>
            <a:ext cx="2103120" cy="5486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20%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2608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B2C (CAO + Empoderamiento + 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$86,849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(Grupos corporativos)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$98,400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B2B2B Cobrand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$96,000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 Label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at close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 Business School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$5,000-$15,000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Theoretical, no functional agent at close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USFQ Executive Education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$3,000-$8,000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Academic, no practical 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 4 (PwC, Deloitte, EY, KPMG)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$10,000+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Expensive, generic, no personalization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MetodologIA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$1,490-$1,990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program delivering functional agent + 13 assi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$136,049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Y1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$434,900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Y2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$570,949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24mo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14630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07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27-40x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611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Burn: $813/mo | Break-even: Month 1 (1 CAO close)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Funnel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522476" y="1645920"/>
            <a:ext cx="9144000" cy="914400"/>
          </a:xfrm>
          <a:prstGeom prst="roundRect">
            <a:avLst>
              <a:gd name="adj" fmla="val 10000"/>
            </a:avLst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1522476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Executives invited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08276" y="2834640"/>
            <a:ext cx="7772400" cy="914400"/>
          </a:xfrm>
          <a:prstGeom prst="roundRect">
            <a:avLst>
              <a:gd name="adj" fmla="val 10000"/>
            </a:avLst>
          </a:prstGeom>
          <a:solidFill>
            <a:srgbClr val="071A33"/>
          </a:solidFill>
          <a:ln/>
        </p:spPr>
      </p:sp>
      <p:sp>
        <p:nvSpPr>
          <p:cNvPr id="9" name="Text 7"/>
          <p:cNvSpPr/>
          <p:nvPr/>
        </p:nvSpPr>
        <p:spPr>
          <a:xfrm>
            <a:off x="2208276" y="2834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Believers Edition (early access)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94076" y="40233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071A33"/>
          </a:solidFill>
          <a:ln/>
        </p:spPr>
      </p:sp>
      <p:sp>
        <p:nvSpPr>
          <p:cNvPr id="11" name="Text 9"/>
          <p:cNvSpPr/>
          <p:nvPr/>
        </p:nvSpPr>
        <p:spPr>
          <a:xfrm>
            <a:off x="2894076" y="40233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 CAO Graduates Year 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79876" y="521208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071A33"/>
          </a:solidFill>
          <a:ln/>
        </p:spPr>
      </p:sp>
      <p:sp>
        <p:nvSpPr>
          <p:cNvPr id="13" name="Text 11"/>
          <p:cNvSpPr/>
          <p:nvPr/>
        </p:nvSpPr>
        <p:spPr>
          <a:xfrm>
            <a:off x="3579876" y="5212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 Active Ambassadors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 Flywheel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Graduates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01752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 as Ambassadors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12064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 2-3 leads each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22376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071A33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clients (40% conversion)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26880" y="2286000"/>
            <a:ext cx="1828800" cy="182880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246888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graduates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0" y="182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Javier Montano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Co-Founder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creator. 27 GPT assistants, 7 Gemini Gems, Pristino agent, 180+ systemati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Katherin Oquendo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Co-Founder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Co-founder. Operations and strategy.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Co-Founder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Co-founder. Accelerators and founders network.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7043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22" name="Text 20"/>
          <p:cNvSpPr/>
          <p:nvPr/>
        </p:nvSpPr>
        <p:spPr>
          <a:xfrm>
            <a:off x="117043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043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Co-Founder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18872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Co-founder. Accelerators and founders support.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5361920" y="14630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71A33"/>
          </a:solidFill>
          <a:ln/>
        </p:spPr>
      </p:sp>
      <p:sp>
        <p:nvSpPr>
          <p:cNvPr id="27" name="Text 25"/>
          <p:cNvSpPr/>
          <p:nvPr/>
        </p:nvSpPr>
        <p:spPr>
          <a:xfrm>
            <a:off x="153619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Cristian Jarrin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361920" y="2377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Ecuador Partner (joins 1 year later)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36192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554480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Territorial operator. Business relationships in Quito, logistics, outreach.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— contacto@metodologia.info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executives. 1 (R)Evolution.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Quito 2026.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0" y="3474720"/>
            <a:ext cx="18288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contacto@metodologia.info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customized service design proposal. The indicated prices are indicative and are confirmed before signing the service agreement. This document does not constitute a delivery commitment or a contract.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CAO Bootcamp - Quito 2026</dc:title>
  <dc:subject>PptxGenJS Presentation</dc:subject>
  <dc:creator>MetodologIA</dc:creator>
  <cp:lastModifiedBy>MetodologIA</cp:lastModifiedBy>
  <cp:revision>1</cp:revision>
  <dcterms:created xsi:type="dcterms:W3CDTF">2026-04-03T16:17:52Z</dcterms:created>
  <dcterms:modified xsi:type="dcterms:W3CDTF">2026-04-03T16:17:52Z</dcterms:modified>
</cp:coreProperties>
</file>